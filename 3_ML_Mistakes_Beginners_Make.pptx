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 Machine Learning Mistakes Beginners Make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Lessons learned from real experience</a:t>
            </a:r>
          </a:p>
          <a:p>
            <a:r>
              <a:t>(Aspiring ML Engineer)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Mistake #1: Focusing Only on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accuracy does not always mean a good model</a:t>
            </a:r>
          </a:p>
          <a:p>
            <a:r>
              <a:t>• Especially misleading for imbalanced datasets</a:t>
            </a:r>
          </a:p>
          <a:p>
            <a:r>
              <a:t>• Metrics like Precision, Recall, and F1-score matter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Mistake #2: Skipping Data Understanding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Jumping directly to model training</a:t>
            </a:r>
          </a:p>
          <a:p>
            <a:r>
              <a:t>• Ignoring missing values and outliers</a:t>
            </a:r>
          </a:p>
          <a:p>
            <a:r>
              <a:t>• Wrong feature types silently reduce performance</a:t>
            </a:r>
          </a:p>
          <a:p/>
          <a:p>
            <a:r>
              <a:t>EDA is not optional in real-world ML projects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Mistake #3: No Clear ML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Messy notebooks with scattered preprocessing</a:t>
            </a:r>
          </a:p>
          <a:p>
            <a:r>
              <a:t>• Hard to reproduce and debug results</a:t>
            </a:r>
          </a:p>
          <a:p>
            <a:r>
              <a:t>• Scikit-learn pipelines bring structure and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on the right evaluation metrics</a:t>
            </a:r>
          </a:p>
          <a:p>
            <a:r>
              <a:t>• Always understand your data before modeling</a:t>
            </a:r>
          </a:p>
          <a:p>
            <a:r>
              <a:t>• Use pipelines for clean and reproducible ML workflows</a:t>
            </a:r>
          </a:p>
          <a:p/>
          <a:p>
            <a:r>
              <a:t>Fixing these mistakes improved my projects and interview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